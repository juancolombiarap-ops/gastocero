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 de competencia del 10 al 15 de octubre de 2026. VERSIÓN COLOMBIA. Cuatro operadores: V. Falabella, Despegar, Cocha y Expedia. Precios en USD, total de la estadía para dos adultos, habitación Standard. Las cifras del 3 al 8 de octubre que aparecen en notas son solo referenciales.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base de comparación es la misma para todos los operadores: dos adultos, cinco noches, habitación Standard y tarifa más económica de esa categoría. NA significa que se cotizó y no había cupo; N/D que ese canal no se consultó para ese hotel.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la sección de alojamiento: solo hotel, sin aéreo, para los seis destinos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SAN ANDRÉS. Hoteles propios: DECAMERON ISLEÑO $1,467; DECAMERON SAN LUIS $852 ▼; DECAMERON MARAZUL $951; DECAMERON MARYLAND $1,114; DECAMERON LOS DELFINES $1,196.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CARTAGENA. Hoteles propios: DECAMERON CARTAGENA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PUNTA SAL. Hoteles propios: ROYAL DECAMERON PUNTA SAL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PANAMÁ. Hoteles propios: GRAND DECAMERON PANAMÁ $963.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SANTA MARTA. Hoteles propios: DECAMERON GALEÓN $1,461 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Alojamiento en MÉXICO. Hoteles propios: GRAND DECAMERON COMPLEX $1,163 ▼; GRAND DECAMERON LOS CABOS $1,479 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del Isleño contra la competencia internacional en Punta Cana, Cancún y Curazao. La última columna dice cuánto más caro o más barato está el Isleño respecto de cada competidor.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de paquetería: el paquete que arma cada operador, hotel más aéreo. Es otro producto, no la suma de las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SAN ANDRÉS. Hoteles propios: DECAMERON ISLEÑO $2,074; DECAMERON SAN LUIS $1,697 ▼; DECAMERON MARAZUL $1,737; DECAMERON MARYLAND $1,894; DECAMERON LOS DELFINES $1,886.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CARTAGENA. Hoteles propios: DECAMERON CARTAGENA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PUNTA SAL. Hoteles propios: ROYAL DECAMERON PUNTA SAL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PANAMÁ. Hoteles propios: GRAND DECAMERON PANAMÁ $2,273.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SANTA MARTA. Hoteles propios: DECAMERON GALEÓN $3,357 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Paquetería en MÉXICO. Hoteles propios: GRAND DECAMERON COMPLEX $3,097 ▼; GRAND DECAMERON LOS CABOS $3,108 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del Isleño contra la competencia internacional en Punta Cana, Cancún y Curazao. La última columna dice cuánto más caro o más barato está el Isleño respecto de cada competidor.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Tarifas aéreas por persona, ida y vuelta. Ojo: son tarifas base. Ninguna aerolínea incluye maleta de bodega en la tarifa que alimenta los comparadores.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 operador por hotel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Isleño vs competencia internacional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 aerolínea por ruta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puntos a cerrar antes de emitir. El más importante es el primero: en Cocha ningún hotel Decameron aparece en la búsqueda por destino.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502920"/>
            <a:ext cx="9418320" cy="5852160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868680"/>
            <a:ext cx="3200400" cy="12435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221284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26974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 DECAMERON CHILE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309067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15 Octubre 2026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349300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CANALES:  V. FALABELLA   |   DESPEGAR   |   COCHA   |   EXPEDIA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74520" y="3950208"/>
            <a:ext cx="45720" cy="1207008"/>
          </a:xfrm>
          <a:prstGeom prst="rect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20240" y="3950208"/>
            <a:ext cx="8366760" cy="1207008"/>
          </a:xfrm>
          <a:prstGeom prst="rect">
            <a:avLst/>
          </a:prstGeom>
          <a:solidFill>
            <a:srgbClr val="FBF2DF"/>
          </a:solidFill>
          <a:ln w="9525">
            <a:solidFill>
              <a:srgbClr val="E8CE9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84832" y="4041648"/>
            <a:ext cx="7955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PERIODO DE ESTE REPORTE ES EL 10 AL 15 DE OCTUBRE DE 2026. </a:t>
            </a:r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tablas, los cálculos de MEJOR y las comparaciones corresponden únicamente a esas fechas. Donde una celda queda en NA —hotel cotizado, sin cupo ni tarifa— la nota al pie puede incluir una cotización del </a:t>
            </a:r>
            <a:pPr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 8 de octubre</a:t>
            </a:r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esa cifra es </a:t>
            </a:r>
            <a:pPr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REFERENCIAL</a:t>
            </a:r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pertenece a otro periodo, no reemplaza la celda, no entra en ningún cálculo del informe y no debe compararse con las tarifas de las tablas.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5349240"/>
            <a:ext cx="2926080" cy="347472"/>
          </a:xfrm>
          <a:prstGeom prst="rect">
            <a:avLst>
              <a:gd name="adj" fmla="val 10526"/>
            </a:avLst>
          </a:prstGeom>
          <a:noFill/>
          <a:ln w="12700">
            <a:solidFill>
              <a:srgbClr val="003A6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COLOMBIA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587044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27/08/2026  ·  re-cotización y verificación 31/08/2026  ·  conversión CLP→USD $943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este reporte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comparación, convenciones y correcciones de la V.3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1732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7FBFD"/>
          </a:solidFill>
          <a:ln w="9525">
            <a:solidFill>
              <a:srgbClr val="D6DF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156362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COMPARACIÓN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189280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adultos · 5 noches · habitación Standard (si no hay, la categoría siguiente, declarada) · tarifa más económica de esa categoría · régimen All Inclusive donde aplica · total de la estadía en USD · conversión CLP→USD $943.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7FBFD"/>
          </a:solidFill>
          <a:ln w="9525">
            <a:solidFill>
              <a:srgbClr val="D6DF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73368" y="156362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73368" y="189280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= tarifa más baja de los cuatro operadores.  ▼ más económico de la tabla  ·  ▲ más caro.  NA = se cotizó y no había disponibilidad ni tarifa.  N/D = ese canal no se cotizó para ese hotel.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356616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7FBFD"/>
          </a:solidFill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" y="371246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CAMBIÓ EN LA V.3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" y="404164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 y Galeón recotizados en Cocha por hotel y fecha ($963 y $1,461). Barú corregido en alojamiento ($2,142) y paquetería ($3,028). Cargas dobles publicadas por su tarifa más baja, sin rotular origen.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3566160"/>
            <a:ext cx="5486400" cy="1965960"/>
          </a:xfrm>
          <a:prstGeom prst="roundRect">
            <a:avLst>
              <a:gd name="adj" fmla="val 1395"/>
            </a:avLst>
          </a:prstGeom>
          <a:solidFill>
            <a:srgbClr val="FBF2DF"/>
          </a:solidFill>
          <a:ln w="9525">
            <a:solidFill>
              <a:srgbClr val="E8CE9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73368" y="371246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SABER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73368" y="4041648"/>
            <a:ext cx="5084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Cocha ningún hotel Decameron aparece en la búsqueda por destino: todos hubo que encontrarlos por nombre. Las celdas son correctas, pero el cliente que busca por destino no llega a estos hoteles.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06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3474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D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destinos · 10 al 15 de octubre de 2026 · 2 adultos, USD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 ANDRÉS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SAN LUIS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$852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MARAZUL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MARYLAND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LOS DELFINES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SAN ANDRES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DORADO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SAN ANDRÉS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$1,942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62102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 ANDRÉS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CARTAGENA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DORADO PLAZA BOCAGRANDE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$967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DUBAI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LA GRAN VÍA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disponibilidad en ningún canal para estas fechas: CARTAGENA PLAZA (Expedia exige mínimo 7 noches). DECAMERON CARTAGENA figura NA en los cuatro operadores; su celda de Cocha se verificó el 31/08/2026 entrando por hotel y fecha —no por búsqueda de destino— y el hotel efectivamente no tiene cupo. VALOR REFERENCIAL del 3 al 8 de octubre: V. Falabella lo cotiza en US$ 1,136 (tarifa promocional −35%, impuestos incluidos).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CARTAGENA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PUNTA SAL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TBP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DECAMERON PUNTA 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182880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029968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029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oferta All Inclusive comparable en la zona; el contraste se realiza entre operadores sobre el mismo producto Decameron.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359152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DECAMERON PUNTA SAL figura NA porque está sin cupo para estas fechas en los cuatro operadores; su celda de Cocha se verificó el 31/08/2026 entrando por hotel y fecha y el hotel efectivamente no tiene cupo. VALOR REFERENCIAL del 3 al 8 de octubre: Despegar sí lo vende, en US$ 1,593 por la estadía (All Inclusive, impuestos incluidos, 5 noches y 2 personas). V. Falabella, en cambio, también sale sin disponibilidad para esas fechas: de los operadores consultados, Despegar es el único con tarifa.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PUNTA SAL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PANAMÁ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PANAMÁ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PLAYA BLANCA ALL INCLUSIVE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 EVENIA BIJAO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$788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PLAYA BONITA PANAMA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$1,207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429768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tiene este hotel cargado dos veces con tarifas distintas. Se publica la más baja; la otra quedaba en $1,177. El origen de cada carga no está verificado con el operador, por eso no se rotula.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3186684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3186684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de Cocha recotizada el 31/08/2026 entrando por hotel y fecha: $963 (habitación estándar con vista al jardín, cancelación gratuita hasta el 6 de octubre). IMPORTANTE: en Cocha, TODOS los hoteles Decameron de este informe debieron buscarse por nombre de hotel; ninguno se obtuvo desde la búsqueda de destino, ni en alojamiento ni en paquetería. Las celdas de Cocha son correctas, pero un cliente que busca por destino no llega a estos hoteles.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3826764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0936" y="382676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REFERENCIAL del 3 al 8 de octubre: V. Falabella cotiza el hotel en US$ 1,480 (alojamiento, All Inclusive).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PANAMÁ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SANTA MARTA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GALEÓN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$1,461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PORTO HORIZONTE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$1,756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253996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253996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de Cocha REHECHA el 31/08/2026 entrando por hotel y fecha: US$ 1,461 en habitación Estándar, todo incluido, sin cambio ni devolución (la misma Estándar con cancelación gratuita hasta el 29/09: US$ 1,624). El NA anterior no era falta de cupo: el hotel no aparece en la búsqueda de destino de Cocha. V. Falabella, Despegar y Expedia siguen sin tarifa; VALOR REFERENCIAL del 3 al 8: V. Falabella US$ 1,682 y Despegar US$ 1,660, ambas con aviso «Solo queda 1» (tarifa de última habitación).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894076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89407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disponibilidad en ningún canal para estas fechas: IROTAMA DEL SOL.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SANTA MARTA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MÉXICO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COMPLEX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$1,163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LOS CABOS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MÉXICO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— Isleño vs competencia internacional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Decameron Isleño $1,467, mejor tarifa OTA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331720"/>
                <a:gridCol w="548640"/>
                <a:gridCol w="1051560"/>
                <a:gridCol w="960120"/>
                <a:gridCol w="868680"/>
                <a:gridCol w="914400"/>
                <a:gridCol w="1234440"/>
                <a:gridCol w="1097280"/>
              </a:tblGrid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ISLEÑO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 ★ REF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BARÚ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 BAVARO PALACE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+33%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SERENADE CARIBE CLUB 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PUNTA CANA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+65%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 HOTEL CAYENA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+22%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DUNAMAR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FLAMINGO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SUNSET MARINA RESORT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$859 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+71%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RIVIERA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+22%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HYATT VIVID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ZOËTRY CURAÇAO RESORT &amp; SPA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−35%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MANGROVE BEACH CORENDON CURAÇAO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CURACAO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4434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REF = referencia del benchmark (Isleño $1,467, mejor tarifa OTA)  |  ▼ competidor más económico  |  Última columna, base precio del competidor: Isleño +X% = el Isleño está X% más caro que ese hotel; Isleño −X% = está X% más barato. MEJOR considera solo canales OTA.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internacional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06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3474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D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+ aéreo · 10 al 15 de octubre de 2026 · 2 adultos, USD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 ANDRÉS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SAN LUIS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$1,697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MARAZUL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MARYLAND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LOS DELFINES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SAN ANDRES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CARIBE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DORADO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$2,481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SAN ANDRÉS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62102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 ANDRÉS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CARTAGENA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DORADO PLAZA BOCAGRANDE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$1,954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DUBAI CARTAGENA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LA GRAN VÍA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$1,542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429768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DECAMERON CARTAGENA y CARTAGENA PLAZA sin disponibilidad en ningún canal para estas fechas; la celda de Cocha del Decameron se verificó por hotel y fecha el 31/08/2026 y confirma que no hay cupo. Del 3 al 8 de octubre V. Falabella también cotiza el paquete del Decameron Cartagena sin disponibilidad (NA).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CARTAGENA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PUNTA SAL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TBP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DECAMERON PUNTA 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182880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029968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029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oferta All Inclusive comparable en la zona; el contraste se realiza entre operadores sobre el mismo producto Decameron.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359152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DECAMERON PUNTA SAL figura sin disponibilidad en los cuatro operadores, con la celda de Cocha verificada por hotel y fecha el 31/08/2026; del 3 al 8 de octubre también aparece sin cupo en V. Falabella. La referencia de Despegar para esas fechas (US$ 1,593) es solo alojamiento y no es comparable con esta tabla: la columna de paquetería es el paquete que arma el operador, otro producto.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PUNTA SAL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PANAMÁ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PANAMÁ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PLAYA BLANCA ALL INCLUSIVE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 EVENIA BIJAO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$2,105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PLAYA BONITA PANAMA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$2,496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50088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702052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70205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tiene este hotel cargado dos veces; se publica la más baja y la otra quedaba en $2,756. El origen de cada carga no está verificado, por eso no se rotula.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3031236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30312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re-cotización del 28/08 Expedia bloqueó la consulta automática; su columna de paquetería queda sin cotizar (N/D).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3360420"/>
            <a:ext cx="41148" cy="429768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0936" y="3360420"/>
            <a:ext cx="11027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REFERENCIAL del 3 al 8 de octubre: V. Falabella cotiza el paquete (vuelo + alojamiento, impuestos y tasas incluidos) en US$ 2,555 para 2 personas ($2.409.546 CLP al cambio de $943).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PANAMÁ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SANTA MARTA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GALEÓN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$3,357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PORTO HORIZONTE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$2,267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2253996"/>
            <a:ext cx="41148" cy="585216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" y="2253996"/>
            <a:ext cx="11027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del Galeón existe solo en Cocha ($3,357). La contradicción que traía el informe —paquete disponible con alojamiento «sin cupo»— quedó resuelta: la celda equivocada era la de alojamiento, ya corregida (US$ 1,461). VALOR REFERENCIAL del 3 al 8: Despegar cotiza el paquete en US$ 2,651 para 2 personas, vuelo con escalas SCL↔SMR, impuestos incluidos.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2894076"/>
            <a:ext cx="41148" cy="274320"/>
          </a:xfrm>
          <a:prstGeom prst="rect">
            <a:avLst/>
          </a:prstGeom>
          <a:solidFill>
            <a:srgbClr val="9ED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0936" y="289407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disponibilidad en ningún canal para estas fechas: IROTAMA DEL SOL.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SANTA MARTA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MÉXICO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 · 10 – 15 Octubre 2026 · 2 adultos ·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234440"/>
                <a:gridCol w="1143000"/>
                <a:gridCol w="1051560"/>
                <a:gridCol w="1143000"/>
                <a:gridCol w="14173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COMPLEX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$3,097 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LOS CABOS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$3,108 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20528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Más económico de la tabla  |  ▲ Más caro  |  NA = cotizado sin disponibilidad o sin tarifa  |  N/D = canal no cotizado para ese hotel  |  Todos los precios de esta tabla son del 10 al 15 de octubre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· MÉXICO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Paquetería — Isleño vs competencia internacional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Decameron Isleño $2,074, mejor tarifa OTA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331720"/>
                <a:gridCol w="548640"/>
                <a:gridCol w="1051560"/>
                <a:gridCol w="960120"/>
                <a:gridCol w="868680"/>
                <a:gridCol w="914400"/>
                <a:gridCol w="1234440"/>
                <a:gridCol w="1097280"/>
              </a:tblGrid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ISLEÑO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$2,074 ★ REF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77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BARÚ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C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 BAVARO PALACE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SERENADE CARIBE CLUB 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PUNTA CANA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$2,119 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 HOTEL CAYENA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DUNAMAR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FLAMINGO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SUNSET MARINA RESORT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RIVIERA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HYATT VIVID CANCUN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−22%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ZOËTRY CURAÇAO RESORT &amp; SPA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−41%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MANGROVE BEACH CORENDON CURAÇAO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CURAZAO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DREAMS CURACAO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78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3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−33%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4434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REF = referencia del benchmark (Isleño $2,074, mejor tarifa OTA)  |  ▼ competidor más económico  |  Última columna, base precio del competidor: Isleño +X% = el Isleño está X% más caro que ese hotel; Isleño −X% = está X% más barato. MEJOR considera solo canales OTA.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internacional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aéreas desde Santiago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· 10 – 15 Octubre 2026 · por persona, ida y vuelta,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  <a:gridCol w="1508760"/>
                <a:gridCol w="15087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AVIANCA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JETSMART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ARAJET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ADZ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CTG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TBP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PUJ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SMR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→ 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7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F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B6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950208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más barato por ruta   |   Rojo = más caro   |   NA = aerolínea sin vuelo en la ruta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aéreas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operador por hotel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· dónde está más barato cada hotel propio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27632"/>
                <a:gridCol w="1627632"/>
                <a:gridCol w="1627632"/>
                <a:gridCol w="1627632"/>
                <a:gridCol w="1627632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OP.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2DO 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ISLEÑO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SAN LUIS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MARAZUL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MARYLAND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LOS DELFINES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BARÚ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PANAMÁ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FALABELLA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DECAMERON GALEÓN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único canal con tarifa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COMPLEX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DECAMERON LOS CABOS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45811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 corregido a $963 (Cocha, recotizado por hotel y fecha). El Galeón queda con Cocha como único canal con tarifa.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Isleño vs competencia internacional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tarifa OTA del Isleño: $1,467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34540"/>
                <a:gridCol w="2034540"/>
                <a:gridCol w="2034540"/>
                <a:gridCol w="20345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COMPETIDOR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OTA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ISLEÑO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SUNSET MARINA RESORT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−$608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SIRENIS PUNTA 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−$576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SERENADE CARIBE CLUB 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DUNAMAR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FLAMINGO CANCUN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CANCÚN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Isleño +46%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163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 con base en el precio del competidor: Isleño +X% = el Isleño está X% más caro que ese hotel.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41732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57400" y="3108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COMPETENCIA</a:t>
            </a:r>
            <a:pPr indent="0" marL="0">
              <a:buNone/>
            </a:pPr>
            <a:r>
              <a:rPr lang="en-US" sz="9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periodo 10 – 15 Octubre 2026  ·  V.3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530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aerolínea por ruta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9052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persona, ida y vuelta, USD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152144"/>
            <a:ext cx="11155680" cy="0"/>
          </a:xfrm>
          <a:prstGeom prst="line">
            <a:avLst/>
          </a:prstGeom>
          <a:noFill/>
          <a:ln w="20320">
            <a:solidFill>
              <a:srgbClr val="003A6F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27632"/>
                <a:gridCol w="1627632"/>
                <a:gridCol w="1627632"/>
                <a:gridCol w="1627632"/>
                <a:gridCol w="1627632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2DA OPC.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SCL-ADZ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SCL-CTG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SCL-TBP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SCL-PUJ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SCL-SMR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E52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9525">
            <a:solidFill>
              <a:srgbClr val="D6DFE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292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0561320" y="6428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emitir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2167128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488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Cocha: ningún hotel Decameron aparece en la búsqueda por destino. Todos hubo que encontrarlos por nombre, incluidos los que sí tienen cupo y tarifa.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2825496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0720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Panamá: el $956 que la tabla de verificación atribuye al canal directo no tiene respaldo. Recotizar.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3483864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465576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Cartagena: reconfirmar categoría y régimen de Dubai y La Gran Vía; son hoteles urbanos de 3–4 estrellas.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142232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123944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Barú: definir con qué destino queda. Hoy aparece solo en el benchmark, no en la tabla de Cartagena.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4800600"/>
            <a:ext cx="256032" cy="25603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78231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Vigencia: las tarifas se cotizaron el 27/08 y se mueven día a día. Barú se movió $214 en cuatro días.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V. Falabella, Despegar, Cocha y Expedia  ·  Datos del informe V.3  ·  Verificación 31/08/2026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Competencia 10-15 Octubre 2026</dc:title>
  <dc:subject>PptxGenJS Presentation</dc:subject>
  <dc:creator>Hoteles Decameron Chile</dc:creator>
  <cp:lastModifiedBy>Hoteles Decameron Chile</cp:lastModifiedBy>
  <cp:revision>1</cp:revision>
  <dcterms:created xsi:type="dcterms:W3CDTF">2026-08-31T22:12:24Z</dcterms:created>
  <dcterms:modified xsi:type="dcterms:W3CDTF">2026-08-31T22:12:24Z</dcterms:modified>
</cp:coreProperties>
</file>